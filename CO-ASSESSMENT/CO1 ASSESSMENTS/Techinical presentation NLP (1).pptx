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6479A-25BE-4BF2-9DA2-FA4B09B3D2D7}" v="20" dt="2026-07-25T04:04:53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LLEPALLI  DEEPTHI CHOWDARY" userId="df14bb0547e08ecb" providerId="LiveId" clId="{FAD0D92A-383A-47EA-B1A5-E520EEDD9D40}"/>
    <pc:docChg chg="undo custSel modSld">
      <pc:chgData name="BOLLEPALLI  DEEPTHI CHOWDARY" userId="df14bb0547e08ecb" providerId="LiveId" clId="{FAD0D92A-383A-47EA-B1A5-E520EEDD9D40}" dt="2026-07-25T04:04:53.575" v="128"/>
      <pc:docMkLst>
        <pc:docMk/>
      </pc:docMkLst>
      <pc:sldChg chg="addSp modSp mod">
        <pc:chgData name="BOLLEPALLI  DEEPTHI CHOWDARY" userId="df14bb0547e08ecb" providerId="LiveId" clId="{FAD0D92A-383A-47EA-B1A5-E520EEDD9D40}" dt="2026-07-25T03:59:25.490" v="35" actId="207"/>
        <pc:sldMkLst>
          <pc:docMk/>
          <pc:sldMk cId="1495602910" sldId="256"/>
        </pc:sldMkLst>
        <pc:spChg chg="mod">
          <ac:chgData name="BOLLEPALLI  DEEPTHI CHOWDARY" userId="df14bb0547e08ecb" providerId="LiveId" clId="{FAD0D92A-383A-47EA-B1A5-E520EEDD9D40}" dt="2026-07-25T03:56:47.625" v="9" actId="1076"/>
          <ac:spMkLst>
            <pc:docMk/>
            <pc:sldMk cId="1495602910" sldId="256"/>
            <ac:spMk id="13" creationId="{DF4E8ADF-FD36-14E8-DCD5-CF7EB2F62509}"/>
          </ac:spMkLst>
        </pc:spChg>
        <pc:spChg chg="add mod">
          <ac:chgData name="BOLLEPALLI  DEEPTHI CHOWDARY" userId="df14bb0547e08ecb" providerId="LiveId" clId="{FAD0D92A-383A-47EA-B1A5-E520EEDD9D40}" dt="2026-07-25T03:57:00.751" v="16" actId="1076"/>
          <ac:spMkLst>
            <pc:docMk/>
            <pc:sldMk cId="1495602910" sldId="256"/>
            <ac:spMk id="15" creationId="{0793DC6D-E130-7AB9-D90F-BC82925088B1}"/>
          </ac:spMkLst>
        </pc:spChg>
        <pc:spChg chg="add mod">
          <ac:chgData name="BOLLEPALLI  DEEPTHI CHOWDARY" userId="df14bb0547e08ecb" providerId="LiveId" clId="{FAD0D92A-383A-47EA-B1A5-E520EEDD9D40}" dt="2026-07-25T03:59:25.490" v="35" actId="207"/>
          <ac:spMkLst>
            <pc:docMk/>
            <pc:sldMk cId="1495602910" sldId="256"/>
            <ac:spMk id="16" creationId="{13F1563C-770E-EE8F-727E-63A2F92293B1}"/>
          </ac:spMkLst>
        </pc:spChg>
      </pc:sldChg>
      <pc:sldChg chg="modSp mod">
        <pc:chgData name="BOLLEPALLI  DEEPTHI CHOWDARY" userId="df14bb0547e08ecb" providerId="LiveId" clId="{FAD0D92A-383A-47EA-B1A5-E520EEDD9D40}" dt="2026-07-25T03:59:45.772" v="37" actId="1076"/>
        <pc:sldMkLst>
          <pc:docMk/>
          <pc:sldMk cId="1568520649" sldId="257"/>
        </pc:sldMkLst>
        <pc:spChg chg="mod">
          <ac:chgData name="BOLLEPALLI  DEEPTHI CHOWDARY" userId="df14bb0547e08ecb" providerId="LiveId" clId="{FAD0D92A-383A-47EA-B1A5-E520EEDD9D40}" dt="2026-07-25T03:59:45.772" v="37" actId="1076"/>
          <ac:spMkLst>
            <pc:docMk/>
            <pc:sldMk cId="1568520649" sldId="257"/>
            <ac:spMk id="10" creationId="{5BEC7D27-E6CF-04C3-6C2C-77C7BA141BEC}"/>
          </ac:spMkLst>
        </pc:spChg>
        <pc:picChg chg="mod">
          <ac:chgData name="BOLLEPALLI  DEEPTHI CHOWDARY" userId="df14bb0547e08ecb" providerId="LiveId" clId="{FAD0D92A-383A-47EA-B1A5-E520EEDD9D40}" dt="2026-07-25T03:59:42.729" v="36" actId="1076"/>
          <ac:picMkLst>
            <pc:docMk/>
            <pc:sldMk cId="1568520649" sldId="257"/>
            <ac:picMk id="6" creationId="{981B2E20-EA3A-11C9-381F-36998DAA3C7B}"/>
          </ac:picMkLst>
        </pc:picChg>
      </pc:sldChg>
      <pc:sldChg chg="modSp mod">
        <pc:chgData name="BOLLEPALLI  DEEPTHI CHOWDARY" userId="df14bb0547e08ecb" providerId="LiveId" clId="{FAD0D92A-383A-47EA-B1A5-E520EEDD9D40}" dt="2026-07-25T04:00:00.464" v="40" actId="207"/>
        <pc:sldMkLst>
          <pc:docMk/>
          <pc:sldMk cId="673592532" sldId="258"/>
        </pc:sldMkLst>
        <pc:spChg chg="mod">
          <ac:chgData name="BOLLEPALLI  DEEPTHI CHOWDARY" userId="df14bb0547e08ecb" providerId="LiveId" clId="{FAD0D92A-383A-47EA-B1A5-E520EEDD9D40}" dt="2026-07-25T04:00:00.464" v="40" actId="207"/>
          <ac:spMkLst>
            <pc:docMk/>
            <pc:sldMk cId="673592532" sldId="258"/>
            <ac:spMk id="9" creationId="{CF5D5F53-B13D-7D1E-B52F-ED4DD51123EC}"/>
          </ac:spMkLst>
        </pc:spChg>
      </pc:sldChg>
      <pc:sldChg chg="modSp mod">
        <pc:chgData name="BOLLEPALLI  DEEPTHI CHOWDARY" userId="df14bb0547e08ecb" providerId="LiveId" clId="{FAD0D92A-383A-47EA-B1A5-E520EEDD9D40}" dt="2026-07-25T04:00:12.760" v="43" actId="1076"/>
        <pc:sldMkLst>
          <pc:docMk/>
          <pc:sldMk cId="1271758124" sldId="259"/>
        </pc:sldMkLst>
        <pc:spChg chg="mod">
          <ac:chgData name="BOLLEPALLI  DEEPTHI CHOWDARY" userId="df14bb0547e08ecb" providerId="LiveId" clId="{FAD0D92A-383A-47EA-B1A5-E520EEDD9D40}" dt="2026-07-25T04:00:12.760" v="43" actId="1076"/>
          <ac:spMkLst>
            <pc:docMk/>
            <pc:sldMk cId="1271758124" sldId="259"/>
            <ac:spMk id="9" creationId="{7159FD7E-3E06-B279-73A5-62574B7E9342}"/>
          </ac:spMkLst>
        </pc:spChg>
      </pc:sldChg>
      <pc:sldChg chg="addSp delSp modSp mod">
        <pc:chgData name="BOLLEPALLI  DEEPTHI CHOWDARY" userId="df14bb0547e08ecb" providerId="LiveId" clId="{FAD0D92A-383A-47EA-B1A5-E520EEDD9D40}" dt="2026-07-25T04:04:42.147" v="126" actId="1076"/>
        <pc:sldMkLst>
          <pc:docMk/>
          <pc:sldMk cId="194207952" sldId="260"/>
        </pc:sldMkLst>
        <pc:spChg chg="del mod">
          <ac:chgData name="BOLLEPALLI  DEEPTHI CHOWDARY" userId="df14bb0547e08ecb" providerId="LiveId" clId="{FAD0D92A-383A-47EA-B1A5-E520EEDD9D40}" dt="2026-07-25T04:01:01.186" v="46" actId="478"/>
          <ac:spMkLst>
            <pc:docMk/>
            <pc:sldMk cId="194207952" sldId="260"/>
            <ac:spMk id="2" creationId="{84A766E9-DDB0-9EBA-1BF2-DCCD8C13420B}"/>
          </ac:spMkLst>
        </pc:spChg>
        <pc:spChg chg="mod">
          <ac:chgData name="BOLLEPALLI  DEEPTHI CHOWDARY" userId="df14bb0547e08ecb" providerId="LiveId" clId="{FAD0D92A-383A-47EA-B1A5-E520EEDD9D40}" dt="2026-07-25T04:03:33.942" v="97" actId="27636"/>
          <ac:spMkLst>
            <pc:docMk/>
            <pc:sldMk cId="194207952" sldId="260"/>
            <ac:spMk id="3" creationId="{8E5120E3-5A25-A909-DE33-6291C9822EDA}"/>
          </ac:spMkLst>
        </pc:spChg>
        <pc:spChg chg="del mod">
          <ac:chgData name="BOLLEPALLI  DEEPTHI CHOWDARY" userId="df14bb0547e08ecb" providerId="LiveId" clId="{FAD0D92A-383A-47EA-B1A5-E520EEDD9D40}" dt="2026-07-25T04:01:01.187" v="48"/>
          <ac:spMkLst>
            <pc:docMk/>
            <pc:sldMk cId="194207952" sldId="260"/>
            <ac:spMk id="9" creationId="{4060E99F-0A3F-4650-1D8B-12590D28F038}"/>
          </ac:spMkLst>
        </pc:spChg>
        <pc:spChg chg="add mod">
          <ac:chgData name="BOLLEPALLI  DEEPTHI CHOWDARY" userId="df14bb0547e08ecb" providerId="LiveId" clId="{FAD0D92A-383A-47EA-B1A5-E520EEDD9D40}" dt="2026-07-25T04:04:18.028" v="118" actId="122"/>
          <ac:spMkLst>
            <pc:docMk/>
            <pc:sldMk cId="194207952" sldId="260"/>
            <ac:spMk id="10" creationId="{BF1B1067-8244-8104-6990-4883F6657727}"/>
          </ac:spMkLst>
        </pc:spChg>
        <pc:spChg chg="add mod">
          <ac:chgData name="BOLLEPALLI  DEEPTHI CHOWDARY" userId="df14bb0547e08ecb" providerId="LiveId" clId="{FAD0D92A-383A-47EA-B1A5-E520EEDD9D40}" dt="2026-07-25T04:04:42.147" v="126" actId="1076"/>
          <ac:spMkLst>
            <pc:docMk/>
            <pc:sldMk cId="194207952" sldId="260"/>
            <ac:spMk id="11" creationId="{5B4ADC1C-DC7A-F61E-838E-CD9767AA84C4}"/>
          </ac:spMkLst>
        </pc:spChg>
      </pc:sldChg>
      <pc:sldChg chg="modSp mod">
        <pc:chgData name="BOLLEPALLI  DEEPTHI CHOWDARY" userId="df14bb0547e08ecb" providerId="LiveId" clId="{FAD0D92A-383A-47EA-B1A5-E520EEDD9D40}" dt="2026-07-25T04:04:53.575" v="128"/>
        <pc:sldMkLst>
          <pc:docMk/>
          <pc:sldMk cId="3816124166" sldId="261"/>
        </pc:sldMkLst>
        <pc:spChg chg="mod">
          <ac:chgData name="BOLLEPALLI  DEEPTHI CHOWDARY" userId="df14bb0547e08ecb" providerId="LiveId" clId="{FAD0D92A-383A-47EA-B1A5-E520EEDD9D40}" dt="2026-07-25T04:04:53.575" v="128"/>
          <ac:spMkLst>
            <pc:docMk/>
            <pc:sldMk cId="3816124166" sldId="261"/>
            <ac:spMk id="9" creationId="{6650501D-75CE-B457-22DD-C4F78922263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D8271-1C0F-16FC-1582-534234148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E4AEB-781A-DEE4-0BFD-53492D089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05BDD-E523-5334-D78E-76C85BCE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4A089-55D3-6EBA-2FFD-DDFD3205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36D1E-281D-C5AB-1F41-124764584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5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A2D66-B792-36EA-18D6-807A7818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06381-467C-5016-9A77-F431A3C85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1C4C0-39E6-C3E7-DE96-36C68485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5CDF1-4DDB-CC16-F64F-9A5B10B5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FA7AD-C72A-A873-BE09-EE73FC1CA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08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0D1B-7DEF-945F-4D0B-FB7688451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0CAFB-270F-0275-5C4A-85C93E291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962FE-5DBD-1E70-24DF-E2973017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C1606-AEBF-F127-5DC7-A42DD115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CE52F-351E-F2E4-57D9-0E5E62363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929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8D22-CE4E-DACC-414C-35E408338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6821A-7774-358D-692C-4302E0D7D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D116F-4838-12E2-536F-E2E520D1E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29C3D-38DB-08B9-1826-597A53FB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792AC-649E-1BBC-C7C2-572FA630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8A392-274F-C168-A125-0646D98E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22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FC6E-B6EA-87C6-879C-E7452F9C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A22A2-28AB-3C54-1C18-1AED15EFF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1BD70-04F9-4995-88E8-3689ECF85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504058-D23B-DA6C-AC59-FF705DCD1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7B040-B1DD-2A17-F709-BF5AE749C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6E5D9-ED64-F70E-0CBB-2A23B4F5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7592B-BE88-799D-4FEC-435BF661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66423-B57E-346B-A3EB-B534A5361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4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9673B-4BC5-7367-DB67-7E27D538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A610C-75D2-8DD2-0022-B224F64D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86321-E0EC-2103-C634-373C5C4A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8EEC6-35D6-EA06-5D5A-6ADEAA16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4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ABC5C3-5B0A-B91A-B3DC-7BF5ECCB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9AB13-9B5C-C3F4-C5E3-4AAC14FE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06D14-3C7A-6737-CC43-6FE24E513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16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3DABA-73BD-0297-25A0-B3574D3B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5B20-D741-AFFE-E4FC-2FB7B6361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A3421C-3E45-BDB9-535B-28A37DFE7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F6E2B-B256-31C4-44F4-5B0DD8F5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ED56B-FFB0-B553-96E3-B132A508F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4DC7C-3284-B4C3-2DE7-FE80EE0B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86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9E189-8BE6-E421-6C23-21B0D0F66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5BCE0-2B50-9C60-F2E3-900FEB541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6C614-D840-F05F-560B-3DDAA8604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AE7FD-3701-6CCB-43A2-D324A06C0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C9EB2-130C-8DDD-2E00-F710D6985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B898F-B564-4422-3120-9EF1C911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6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BD732-6EED-99C9-48AE-AD298C543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D3D0F-A896-992E-49AA-3F841D65D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EDD10-A064-81AD-2106-0372B648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8C9B9-D7A5-86B5-5364-B1993AF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8F5D0-E6AB-25DB-72D0-AB089594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6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CBD64-FA62-0CA1-F4EB-7BD9EE3FA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4FC65-8DCB-986E-3E7B-8D76C1FA0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76B8A-5096-6D56-4CE5-6F84EC1C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0C8CF-0219-65CA-19F3-1943F01F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0BAB3-0A4B-7CF1-71D1-73AFD502B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90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8EAA2-DE4E-E548-1B0B-A078FCE4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97691-7BCD-26DA-44CF-E954DE36E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EB803-F1EE-9448-18D3-D7F390B12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F893F-BD11-42D9-8FD2-5E1B0664A5EA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561A0-BBEE-D01E-32EC-D4DACAB06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A36F2-0385-D78B-9B1E-A8D8D5BCF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C62E5-6CCE-429B-9349-DF1579C21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59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3176498-7367-B22C-B9B4-4A0832F90177}"/>
              </a:ext>
            </a:extLst>
          </p:cNvPr>
          <p:cNvSpPr txBox="1"/>
          <p:nvPr/>
        </p:nvSpPr>
        <p:spPr>
          <a:xfrm>
            <a:off x="7924800" y="4184937"/>
            <a:ext cx="36379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P.Kalyani-192472199</a:t>
            </a:r>
          </a:p>
          <a:p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E8ADF-FD36-14E8-DCD5-CF7EB2F62509}"/>
              </a:ext>
            </a:extLst>
          </p:cNvPr>
          <p:cNvSpPr txBox="1"/>
          <p:nvPr/>
        </p:nvSpPr>
        <p:spPr>
          <a:xfrm>
            <a:off x="777764" y="4395018"/>
            <a:ext cx="3873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Anbazhagan 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93DC6D-E130-7AB9-D90F-BC82925088B1}"/>
              </a:ext>
            </a:extLst>
          </p:cNvPr>
          <p:cNvSpPr txBox="1"/>
          <p:nvPr/>
        </p:nvSpPr>
        <p:spPr>
          <a:xfrm>
            <a:off x="2644877" y="2031201"/>
            <a:ext cx="6223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DSA-0305- Natural Language Processing</a:t>
            </a:r>
            <a:endParaRPr lang="en-IN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F1563C-770E-EE8F-727E-63A2F92293B1}"/>
              </a:ext>
            </a:extLst>
          </p:cNvPr>
          <p:cNvSpPr txBox="1"/>
          <p:nvPr/>
        </p:nvSpPr>
        <p:spPr>
          <a:xfrm>
            <a:off x="1345323" y="2928416"/>
            <a:ext cx="10627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 AND VOCABULARY EXPANSION</a:t>
            </a:r>
          </a:p>
          <a:p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5C7A0AA0-BA66-CCE0-A564-756162279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88" y="185435"/>
            <a:ext cx="11439992" cy="14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02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2051D1-0F59-CD75-D6C1-D7ECD624A62E}"/>
              </a:ext>
            </a:extLst>
          </p:cNvPr>
          <p:cNvSpPr txBox="1"/>
          <p:nvPr/>
        </p:nvSpPr>
        <p:spPr>
          <a:xfrm>
            <a:off x="1231902" y="2015613"/>
            <a:ext cx="9282329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Derivational morphology involves creating new words by adding prefixes or suffixes to root words.</a:t>
            </a:r>
          </a:p>
          <a:p>
            <a:pPr algn="just" fontAlgn="ctr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plays a crucial role in expanding vocabulary and enriching language expression.</a:t>
            </a:r>
          </a:p>
          <a:p>
            <a:pPr algn="just" fontAlgn="ctr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Understanding derivational processes helps in analyzing word formation and language development.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1B2E20-EA3A-11C9-381F-36998DAA3C7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7019" y="266991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79547D-ED92-D652-77E9-753FE1ED669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EC7D27-E6CF-04C3-6C2C-77C7BA141BEC}"/>
              </a:ext>
            </a:extLst>
          </p:cNvPr>
          <p:cNvSpPr txBox="1"/>
          <p:nvPr/>
        </p:nvSpPr>
        <p:spPr>
          <a:xfrm>
            <a:off x="1382019" y="478347"/>
            <a:ext cx="9282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68520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696B-77CE-6A1E-AE38-5DE1C6CEB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B388-1B33-A8A0-2424-C18FFACD8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5323" y="1777114"/>
            <a:ext cx="10078063" cy="3657447"/>
          </a:xfrm>
        </p:spPr>
        <p:txBody>
          <a:bodyPr>
            <a:noAutofit/>
          </a:bodyPr>
          <a:lstStyle/>
          <a:p>
            <a:pPr algn="l" fontAlgn="ctr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Derivational morphemes change the grammatical category or meaning of a base word.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They often result in words with related but distinct meanings, such as "happy" to "happiness."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process can involve prefixes (e.g., "un-", "re-") or suffixes (e.g., "-ness", "-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3CC55-1B44-2748-88A9-0C49DB50BDF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0206" y="216497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EFE0DA-C74C-4607-201F-BB8D299FD6C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5D5F53-B13D-7D1E-B52F-ED4DD51123EC}"/>
              </a:ext>
            </a:extLst>
          </p:cNvPr>
          <p:cNvSpPr txBox="1"/>
          <p:nvPr/>
        </p:nvSpPr>
        <p:spPr>
          <a:xfrm>
            <a:off x="944916" y="478347"/>
            <a:ext cx="9282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CONCEPTS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59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738A9-6A25-F4CF-B380-75B72814C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A9057B-C817-90BC-F5D8-376C49793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5671" y="1402163"/>
            <a:ext cx="3864755" cy="335034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Prefixes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before the root word.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un- → unhappy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 → rewrite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dis- → disagree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 → preview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9BBF0-4142-AC62-177A-4BDF40404E3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0206" y="216497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8A50AF-BBB2-E968-491D-FBAEE611B30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59FD7E-3E06-B279-73A5-62574B7E9342}"/>
              </a:ext>
            </a:extLst>
          </p:cNvPr>
          <p:cNvSpPr txBox="1"/>
          <p:nvPr/>
        </p:nvSpPr>
        <p:spPr>
          <a:xfrm>
            <a:off x="1288613" y="364739"/>
            <a:ext cx="9282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D9C50B-CBFB-24FA-EC92-E8D32DEE6552}"/>
              </a:ext>
            </a:extLst>
          </p:cNvPr>
          <p:cNvSpPr txBox="1"/>
          <p:nvPr/>
        </p:nvSpPr>
        <p:spPr>
          <a:xfrm>
            <a:off x="6126683" y="1369174"/>
            <a:ext cx="47103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Suffixes</a:t>
            </a: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after the root word.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-ness → kindness 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development 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-able → readable 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quickly</a:t>
            </a: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FD117-21DD-97E2-CA15-52B961A887C3}"/>
              </a:ext>
            </a:extLst>
          </p:cNvPr>
          <p:cNvSpPr txBox="1"/>
          <p:nvPr/>
        </p:nvSpPr>
        <p:spPr>
          <a:xfrm>
            <a:off x="914400" y="5020488"/>
            <a:ext cx="101272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Prefixes mainly change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word, while suffixes often change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class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58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9737D-B6CA-E76D-F124-B4996F57C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5120E3-5A25-A909-DE33-6291C9822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61" y="2192593"/>
            <a:ext cx="4906296" cy="3775587"/>
          </a:xfrm>
        </p:spPr>
        <p:txBody>
          <a:bodyPr>
            <a:normAutofit lnSpcReduction="10000"/>
          </a:bodyPr>
          <a:lstStyle/>
          <a:p>
            <a:pPr lvl="1" algn="l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strong vocabulary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spelling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grammar skills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new words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speaking and writing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A8D466-9A32-C77E-C269-6B177B29A14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0206" y="216497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D7D604-A1B6-6900-F259-A6E52F52D7B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1B1067-8244-8104-6990-4883F6657727}"/>
              </a:ext>
            </a:extLst>
          </p:cNvPr>
          <p:cNvSpPr txBox="1"/>
          <p:nvPr/>
        </p:nvSpPr>
        <p:spPr>
          <a:xfrm>
            <a:off x="6282812" y="2192594"/>
            <a:ext cx="552572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vocabulary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unfamiliar words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academic writing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reading comprehension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ADC1C-DC7A-F61E-838E-CD9767AA84C4}"/>
              </a:ext>
            </a:extLst>
          </p:cNvPr>
          <p:cNvSpPr txBox="1"/>
          <p:nvPr/>
        </p:nvSpPr>
        <p:spPr>
          <a:xfrm>
            <a:off x="2812025" y="530942"/>
            <a:ext cx="65679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BENEFITS</a:t>
            </a:r>
          </a:p>
          <a:p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0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2B2F-B778-320A-30FD-93551ECAE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4D08AA-086A-DE34-5C74-FD7B8E158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4232" y="1707623"/>
            <a:ext cx="10726994" cy="47856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Derivational morphology enriches language. 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increases vocabulary. 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learners understand and create new words. </a:t>
            </a:r>
          </a:p>
          <a:p>
            <a:pPr algn="just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effective communication. </a:t>
            </a:r>
          </a:p>
          <a:p>
            <a:pPr algn="just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 Statement</a:t>
            </a:r>
          </a:p>
          <a:p>
            <a:pPr algn="just">
              <a:lnSpc>
                <a:spcPct val="1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"Derivational morphology is one of the most powerful tools for expanding vocabulary and understanding the structure of language."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BB20C5-AB3F-6251-B1B4-29A0877D75D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0206" y="216497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63A0B5-37F6-8F21-421B-5EBE9014EB4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50501D-75CE-B457-22DD-C4F789222630}"/>
              </a:ext>
            </a:extLst>
          </p:cNvPr>
          <p:cNvSpPr txBox="1"/>
          <p:nvPr/>
        </p:nvSpPr>
        <p:spPr>
          <a:xfrm>
            <a:off x="1554683" y="364739"/>
            <a:ext cx="9282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16124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6C932-60AE-3D47-F90F-8206D962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5BFF4-28EB-9FBE-466F-7C3CAF9EF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890" y="1122363"/>
            <a:ext cx="9665110" cy="284987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 you 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4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290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• Derivational morphemes change the grammatical category or meaning of a base word. • They often result in words with related but distinct meanings, such as "happy" to "happiness." • The process can involve prefixes (e.g., "un-", "re-") or suffixes (e.g., "-ness", "-ly"). 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BOLLEPALLI  DEEPTHI CHOWDARY</dc:creator>
  <cp:lastModifiedBy>Kalyani Reddy</cp:lastModifiedBy>
  <cp:revision>3</cp:revision>
  <dcterms:created xsi:type="dcterms:W3CDTF">2026-07-25T03:55:18Z</dcterms:created>
  <dcterms:modified xsi:type="dcterms:W3CDTF">2026-07-28T08:01:16Z</dcterms:modified>
</cp:coreProperties>
</file>